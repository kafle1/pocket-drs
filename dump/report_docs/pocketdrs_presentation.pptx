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logo"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i="1" lang="en-GB" sz="1800">
                <a:solidFill>
                  <a:schemeClr val="lt1"/>
                </a:solidFill>
              </a:rPr>
              <a:t> </a:t>
            </a:r>
            <a:endParaRPr i="1" sz="18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80160"/>
            <a:ext cx="813816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2335B"/>
                </a:solidFill>
              </a:defRPr>
            </a:pPr>
            <a:r>
              <a:t>PocketDRS</a:t>
            </a:r>
          </a:p>
          <a:p>
            <a:pPr algn="ctr">
              <a:spcAft>
                <a:spcPts val="0"/>
              </a:spcAft>
              <a:defRPr sz="1800" b="0">
                <a:solidFill>
                  <a:srgbClr val="202020"/>
                </a:solidFill>
              </a:defRPr>
            </a:pPr>
            <a:r>
              <a:t>A Single-View 3D Trajectory Reconstruction and</a:t>
            </a:r>
          </a:p>
          <a:p>
            <a:pPr algn="ctr">
              <a:spcAft>
                <a:spcPts val="1400"/>
              </a:spcAft>
              <a:defRPr sz="1800" b="0">
                <a:solidFill>
                  <a:srgbClr val="202020"/>
                </a:solidFill>
              </a:defRPr>
            </a:pPr>
            <a:r>
              <a:t>Decision Review System for Cricket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02020"/>
                </a:solidFill>
              </a:defRPr>
            </a:pPr>
            <a:r>
              <a:t>Niraj Kafle, BIT (LC0003001674)</a:t>
            </a:r>
          </a:p>
          <a:p>
            <a:pPr algn="ctr">
              <a:spcAft>
                <a:spcPts val="200"/>
              </a:spcAft>
              <a:defRPr sz="1500" b="0">
                <a:solidFill>
                  <a:srgbClr val="202020"/>
                </a:solidFill>
              </a:defRPr>
            </a:pPr>
            <a:r>
              <a:t>Supervisor: Mr. Saishab Bhattarai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E6FB5"/>
                </a:solidFill>
              </a:defRPr>
            </a:pPr>
            <a:r>
              <a:t>Phoenix College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Cricket officiating increasingly relies on technology for close LBW decisions.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Professional systems (e.g. Hawk-Eye) use 6 to 8 synchronised high-speed cameras.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Costly, complex, and impractical for schools, clubs, and training grounds.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PocketDRS: low-cost LBW support from a single smartphone camera + a lightweight server.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Record delivery → mark pitch corners → analyse → 3D visualisation + LBW verdict.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Professional DRS needs multiple synchronised cameras to recover depth, which is expensive and inaccessible.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 single consumer camera makes the problem hard: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No direct depth from one view.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Ball is small, fast, motion-blurred, easily confused with clutter.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Small calibration errors cause large pitch-coordinate errors.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Can a single-phone workflow give consistent, understandable LBW review support?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General: a low-cost single-camera system that analyses a delivery and assists LBW review.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Specific objectives: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Study existing DRS and monocular sports-tracking work.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User-guided pitch-corner calibration.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Detect and track the ball from delivery video.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Map detections to pitch coordinates (homography); recover camera pose.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Detect bounce/impact; apply rule-based LBW (ICC Rule 36).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Present an interactive 3D visualisation of the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Functional Requirements: Use-Case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63" y="1234440"/>
            <a:ext cx="2066873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Response time: process a 5-second clip within ~30 seconds.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Accuracy: synthetic-test position error under 80 cm.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Offline support: calibration and selection work offline; analysis needs connectivity.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Security: Firebase authentication; data encrypted in transit.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Cross-platform (Android / iOS), usability, maintainability, data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Data Modeling: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570" y="1234440"/>
            <a:ext cx="2108859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Process Modeling: Data Flow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8198"/>
            <a:ext cx="3931920" cy="6985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0 (context)</a:t>
            </a:r>
          </a:p>
        </p:txBody>
      </p:sp>
      <p:pic>
        <p:nvPicPr>
          <p:cNvPr id="6" name="Picture 5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336" y="1234440"/>
            <a:ext cx="1915568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Algorithm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1.  Camera pose: from 4 tapped pitch corners (PnP); reject the below-ground mirror.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2.  Ball detection: motion plus colour, or a learned (YOLO) detector for real footage.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3.  Trajectory association: RANSAC links detections into one smooth path.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4.  3D reconstruction: depth-from-size plus projectile-motion fit, anchored at the bounce.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5.  LBW decision: ICC Rule 36 checks (pitching, impact, hitting stumps).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Mobile: Flutter (Dart) for capture, trim, calibration UI, and 3D WebView.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Backend: FastAPI (Python) on Google Cloud Run.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Computer vision: OpenCV, NumPy, SciPy; learned detection via Ultralytics YOLO.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Data / Auth: Firebase Authentication + Cloud Firestore.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Visualisation: Three.js (3D Hawk-Eye viewer) inside a WebView.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Implementation: Module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Mobile app: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Auth, video capture/trim, pitch-calibration canvas, REST client, 3D viewer.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Backend pipeline: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Video decoder, ball detector, trajectory finder (RANSAC).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Calibration / camera-pose solver (PnP + homography).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3D reconstruction, LBW decision engine, async job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Results: 3D Verdict Render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result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76" y="1234440"/>
            <a:ext cx="5318448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 complete single-camera LBW pipeline: calibrate → track → 3D → decision → visualise.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Synthetic validation: correct verdict on 53 / 66 deliveries (80.3%), OUT 16/16.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Calibration validated on real footage; learned (YOLO) detector tracks the ball on real clips.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Not ICC-certified; future work: multi-camera fusion, on-device inference, real-time streaming.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