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3b613c6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3b613c6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266050" y="42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266050" y="112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266050" y="42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266050" y="42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6050" y="421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6050" y="1129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logo"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508225" y="4489238"/>
            <a:ext cx="15240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/>
          <p:nvPr/>
        </p:nvSpPr>
        <p:spPr>
          <a:xfrm>
            <a:off x="-45650" y="-23400"/>
            <a:ext cx="91440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-967575" y="-23400"/>
            <a:ext cx="5818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FINAL PROJECT DEFENSE | BIT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2" name="Google Shape;12;p1" title="logo-removebg-preview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51800" y="4240213"/>
            <a:ext cx="926675" cy="92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 txBox="1"/>
          <p:nvPr/>
        </p:nvSpPr>
        <p:spPr>
          <a:xfrm>
            <a:off x="3932675" y="-23400"/>
            <a:ext cx="5818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BATCH 2022</a:t>
            </a:r>
            <a:r>
              <a:rPr i="1" lang="en-GB" sz="1800">
                <a:solidFill>
                  <a:schemeClr val="lt1"/>
                </a:solidFill>
              </a:rPr>
              <a:t> </a:t>
            </a:r>
            <a:endParaRPr i="1" sz="1800">
              <a:solidFill>
                <a:schemeClr val="lt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11700" y="960475"/>
            <a:ext cx="8520600" cy="18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rPr lang="en-GB" sz="4300">
                <a:solidFill>
                  <a:schemeClr val="accent1"/>
                </a:solidFill>
              </a:rPr>
              <a:t>A College Automation System : CampusEase</a:t>
            </a:r>
            <a:endParaRPr sz="4300">
              <a:solidFill>
                <a:schemeClr val="accent1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328750" y="3305075"/>
            <a:ext cx="430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Bhupendra Malla, BIT </a:t>
            </a:r>
            <a:br>
              <a:rPr lang="en-GB" sz="1800">
                <a:solidFill>
                  <a:schemeClr val="dk1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LC000200*****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266050" y="42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266050" y="112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